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50E"/>
    <a:srgbClr val="FCAD6B"/>
    <a:srgbClr val="FBE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5"/>
    <p:restoredTop sz="94638"/>
  </p:normalViewPr>
  <p:slideViewPr>
    <p:cSldViewPr showGuides="1">
      <p:cViewPr varScale="1">
        <p:scale>
          <a:sx n="113" d="100"/>
          <a:sy n="113" d="100"/>
        </p:scale>
        <p:origin x="91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AB6F-1288-4B96-BCF8-64D1B1E53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E82D4B-FFD3-4A6E-2D5D-0031DFD29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0AB26-F27C-B55C-495D-1F75BF70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BC7C2-C96A-AB11-2B29-8B56A261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D311B-D3E1-51F3-E8C1-AE4C982B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97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71F2D-D4DE-462A-6988-B2DF0A3D6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7298A-FC44-5891-FE54-A13BC1D3D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47574-D703-F8F5-3587-C5D7EFA9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06A10-77E1-DE9E-A775-D3C5AEBD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D0354-97F1-DDF5-4E90-F000D0EA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528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B4905-4E3D-8B24-9911-5F9F8CEE6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97076-9EAA-E7FA-F260-B5972BF3A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5CD27-F592-7204-5F55-55BB67724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F980E-3AB7-0C7C-98B5-758C2CCD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A8C76-DB41-9791-E7E0-771DEB57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7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C4A78-C746-9923-0DA3-199F84E4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DAC84-FA74-993E-E4F4-9426EC98B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9C02D-48A2-5262-3BF4-ADBF69DB8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49F54-CCED-FCE9-AA59-4E27FD8DF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6DCCF-04F2-57AC-2523-61CBD8AE7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13D99-6370-A092-28DC-F9B19B0D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556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9484E-A127-486F-231F-AF5F18F56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BE184-E7BB-BFFF-20D2-F6234325C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0A398-FAC2-FE6C-F84E-70892368A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AD717-445A-46CD-E845-EFAB4204C7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4D235-16FF-E508-D089-162D6B460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3F9B75-85D0-24F4-DD19-BC4D21E87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DBE324-2FCC-787C-A822-9066100D4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295979-FAA2-B40D-6F38-753C7E0FE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71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83239-999D-1A31-52EA-BEABE56A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5F9B13-30B7-52A4-739A-27655CEF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51E83-7651-8273-8E88-7117C8DBE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35482-99D1-C984-2111-637C8EC14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3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E3A77F-6397-4BBE-BDDA-483C46379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690F1-13A1-164D-F96A-F4E0AA599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DEE3E-21B5-4719-4FF5-CEF834F5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77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6AA4-2904-EC2C-E6A7-DF2C6817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C052E-64F6-A7BA-FD6B-077E34CA0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C439D-B23D-02C1-08D2-5D7DCAAD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E525-646D-9891-9CA3-109324A1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8084B-82AE-AF4F-F3EF-537CC2CE7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B7642-F866-811F-971B-473055011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82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D5EB-7B4B-3046-A4BD-D20AE2DA9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2BF07B-1B6B-E9FA-E879-558A1004E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31463-61E1-2815-0943-1421628C7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77808-4110-CBA3-FB5C-61FB5400F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8F26E-88D0-4FFE-DFFB-5E0F322ED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2839A-DE29-5778-DD1C-80DE4319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86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13379-9091-3F25-765A-3C5CB7580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157A7-6758-6474-1715-DF61D313B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9B842-3BC4-7B31-C8BB-14D048CFF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46B2E-9912-13F1-4D69-181D5C07A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3EF60-57E7-F7DE-8FA6-1D4F64ECB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22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091619-59AC-B62A-AE95-A1D4D2E00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B7FBE-96DC-2552-60C8-A3ACD35C74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AF3F4-BB23-49D6-E327-5AE9A3EC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BE157-C9BD-DB4B-B849-501D8C18A188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1A638-C0AA-DED3-4F34-B0D1704C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2A21-8403-E69A-4474-9ECD28A25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2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1E3E6-6003-6E57-E09D-2D5DDA09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D7EF2-A518-8CE9-30F2-5191412BA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5B700-5556-892A-519D-C370FF23B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BE157-C9BD-DB4B-B849-501D8C18A188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62028-06A3-EBBA-2620-8C9891808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8C351-D6DA-BE7E-0299-F6CCE109F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C5E3B-432B-7F47-B97C-9201D2B199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23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CBDDE61-C5C5-0E54-7B18-9228BAA63DC4}"/>
              </a:ext>
            </a:extLst>
          </p:cNvPr>
          <p:cNvGrpSpPr/>
          <p:nvPr/>
        </p:nvGrpSpPr>
        <p:grpSpPr>
          <a:xfrm>
            <a:off x="551384" y="-891480"/>
            <a:ext cx="3166809" cy="5171187"/>
            <a:chOff x="546233" y="-958223"/>
            <a:chExt cx="3166809" cy="5171187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FE58606-D901-E3B7-6665-23A6188128FD}"/>
                </a:ext>
              </a:extLst>
            </p:cNvPr>
            <p:cNvSpPr/>
            <p:nvPr/>
          </p:nvSpPr>
          <p:spPr>
            <a:xfrm>
              <a:off x="695400" y="1268760"/>
              <a:ext cx="720080" cy="720080"/>
            </a:xfrm>
            <a:prstGeom prst="ellipse">
              <a:avLst/>
            </a:prstGeom>
            <a:solidFill>
              <a:srgbClr val="FBE4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97F115A-8CC8-331F-302B-35F611D8F889}"/>
                </a:ext>
              </a:extLst>
            </p:cNvPr>
            <p:cNvSpPr/>
            <p:nvPr/>
          </p:nvSpPr>
          <p:spPr>
            <a:xfrm>
              <a:off x="1775520" y="1268760"/>
              <a:ext cx="720080" cy="720080"/>
            </a:xfrm>
            <a:prstGeom prst="ellipse">
              <a:avLst/>
            </a:prstGeom>
            <a:solidFill>
              <a:srgbClr val="FCA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D38A95E-AD96-3CBC-B495-EFB31891BCA6}"/>
                </a:ext>
              </a:extLst>
            </p:cNvPr>
            <p:cNvSpPr/>
            <p:nvPr/>
          </p:nvSpPr>
          <p:spPr>
            <a:xfrm>
              <a:off x="2855640" y="1268760"/>
              <a:ext cx="720080" cy="720080"/>
            </a:xfrm>
            <a:prstGeom prst="ellipse">
              <a:avLst/>
            </a:prstGeom>
            <a:solidFill>
              <a:srgbClr val="E655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99984EC-1C20-D4D9-84B7-6C990923F2A1}"/>
                </a:ext>
              </a:extLst>
            </p:cNvPr>
            <p:cNvCxnSpPr>
              <a:cxnSpLocks/>
            </p:cNvCxnSpPr>
            <p:nvPr/>
          </p:nvCxnSpPr>
          <p:spPr>
            <a:xfrm>
              <a:off x="1432100" y="1484784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A25758D-30E3-4376-2467-7C24C205BB57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20" y="1484784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08CC8C9-FA0F-5097-28DA-09DE788FC6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5480" y="1772816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98436F7-C84A-E74F-733A-D0D0B2631A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600" y="1772816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Arc 40">
              <a:extLst>
                <a:ext uri="{FF2B5EF4-FFF2-40B4-BE49-F238E27FC236}">
                  <a16:creationId xmlns:a16="http://schemas.microsoft.com/office/drawing/2014/main" id="{8AD28205-168B-1C1E-EA1B-B65571C6A1E4}"/>
                </a:ext>
              </a:extLst>
            </p:cNvPr>
            <p:cNvSpPr/>
            <p:nvPr/>
          </p:nvSpPr>
          <p:spPr>
            <a:xfrm rot="18928753">
              <a:off x="546233" y="1058001"/>
              <a:ext cx="3154963" cy="3154963"/>
            </a:xfrm>
            <a:prstGeom prst="arc">
              <a:avLst>
                <a:gd name="adj1" fmla="val 17041549"/>
                <a:gd name="adj2" fmla="val 20776843"/>
              </a:avLst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03F461F0-7784-6305-68CB-3FF2771E2D30}"/>
                </a:ext>
              </a:extLst>
            </p:cNvPr>
            <p:cNvSpPr/>
            <p:nvPr/>
          </p:nvSpPr>
          <p:spPr>
            <a:xfrm rot="18928753" flipH="1" flipV="1">
              <a:off x="558079" y="-958223"/>
              <a:ext cx="3154963" cy="3154963"/>
            </a:xfrm>
            <a:prstGeom prst="arc">
              <a:avLst>
                <a:gd name="adj1" fmla="val 17041549"/>
                <a:gd name="adj2" fmla="val 20776843"/>
              </a:avLst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6AD218D-1658-EC10-CCD9-B030C8D61ED9}"/>
              </a:ext>
            </a:extLst>
          </p:cNvPr>
          <p:cNvGrpSpPr/>
          <p:nvPr/>
        </p:nvGrpSpPr>
        <p:grpSpPr>
          <a:xfrm>
            <a:off x="4589754" y="1335503"/>
            <a:ext cx="2880320" cy="720080"/>
            <a:chOff x="695400" y="1268760"/>
            <a:chExt cx="2880320" cy="72008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4F9DE56-8D37-20E2-670A-625447AE567F}"/>
                </a:ext>
              </a:extLst>
            </p:cNvPr>
            <p:cNvSpPr/>
            <p:nvPr/>
          </p:nvSpPr>
          <p:spPr>
            <a:xfrm>
              <a:off x="695400" y="1268760"/>
              <a:ext cx="720080" cy="720080"/>
            </a:xfrm>
            <a:prstGeom prst="ellipse">
              <a:avLst/>
            </a:prstGeom>
            <a:solidFill>
              <a:srgbClr val="FBE4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23494A3-3B7C-1551-97CF-6ABEF12840AD}"/>
                </a:ext>
              </a:extLst>
            </p:cNvPr>
            <p:cNvSpPr/>
            <p:nvPr/>
          </p:nvSpPr>
          <p:spPr>
            <a:xfrm>
              <a:off x="1775520" y="1268760"/>
              <a:ext cx="720080" cy="720080"/>
            </a:xfrm>
            <a:prstGeom prst="ellipse">
              <a:avLst/>
            </a:prstGeom>
            <a:solidFill>
              <a:srgbClr val="FCA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08A2BDB-7048-089A-DEB8-FD7B318A38D0}"/>
                </a:ext>
              </a:extLst>
            </p:cNvPr>
            <p:cNvSpPr/>
            <p:nvPr/>
          </p:nvSpPr>
          <p:spPr>
            <a:xfrm>
              <a:off x="2855640" y="1268760"/>
              <a:ext cx="720080" cy="720080"/>
            </a:xfrm>
            <a:prstGeom prst="ellipse">
              <a:avLst/>
            </a:prstGeom>
            <a:solidFill>
              <a:srgbClr val="E655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C21A4A64-BE16-C6ED-8DF0-5DB18AED6630}"/>
                </a:ext>
              </a:extLst>
            </p:cNvPr>
            <p:cNvCxnSpPr>
              <a:cxnSpLocks/>
            </p:cNvCxnSpPr>
            <p:nvPr/>
          </p:nvCxnSpPr>
          <p:spPr>
            <a:xfrm>
              <a:off x="1432100" y="1634065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E52F8FE-0918-E7D7-F232-F3FD8593CA32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20" y="1634065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FF2FFFB-1521-145E-49AF-6D2B4A0C1DCC}"/>
              </a:ext>
            </a:extLst>
          </p:cNvPr>
          <p:cNvGrpSpPr/>
          <p:nvPr/>
        </p:nvGrpSpPr>
        <p:grpSpPr>
          <a:xfrm>
            <a:off x="8477415" y="1335503"/>
            <a:ext cx="2880320" cy="720080"/>
            <a:chOff x="695400" y="1268760"/>
            <a:chExt cx="2880320" cy="72008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350C46E-E6E6-9D92-E1AA-04B1CAB8FC0E}"/>
                </a:ext>
              </a:extLst>
            </p:cNvPr>
            <p:cNvSpPr/>
            <p:nvPr/>
          </p:nvSpPr>
          <p:spPr>
            <a:xfrm>
              <a:off x="695400" y="1268760"/>
              <a:ext cx="720080" cy="720080"/>
            </a:xfrm>
            <a:prstGeom prst="ellipse">
              <a:avLst/>
            </a:prstGeom>
            <a:solidFill>
              <a:srgbClr val="FBE4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3434365-048C-31E4-F2BF-BFF7D94EDD6A}"/>
                </a:ext>
              </a:extLst>
            </p:cNvPr>
            <p:cNvSpPr/>
            <p:nvPr/>
          </p:nvSpPr>
          <p:spPr>
            <a:xfrm>
              <a:off x="1775520" y="1268760"/>
              <a:ext cx="720080" cy="720080"/>
            </a:xfrm>
            <a:prstGeom prst="ellipse">
              <a:avLst/>
            </a:prstGeom>
            <a:solidFill>
              <a:srgbClr val="FCA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9D8166D-85A6-27AE-CF2C-267DE70B46A5}"/>
                </a:ext>
              </a:extLst>
            </p:cNvPr>
            <p:cNvSpPr/>
            <p:nvPr/>
          </p:nvSpPr>
          <p:spPr>
            <a:xfrm>
              <a:off x="2855640" y="1268760"/>
              <a:ext cx="720080" cy="720080"/>
            </a:xfrm>
            <a:prstGeom prst="ellipse">
              <a:avLst/>
            </a:prstGeom>
            <a:solidFill>
              <a:srgbClr val="E655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08287386-8B22-8F01-F0B4-F1858AFC07A8}"/>
                </a:ext>
              </a:extLst>
            </p:cNvPr>
            <p:cNvCxnSpPr>
              <a:cxnSpLocks/>
            </p:cNvCxnSpPr>
            <p:nvPr/>
          </p:nvCxnSpPr>
          <p:spPr>
            <a:xfrm>
              <a:off x="1432100" y="1484784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D2FCAC9-1F19-5595-6CD8-D5B38351884D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20" y="1484784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007B3745-1B7A-76AC-7225-7CC6EB12F2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5480" y="1772816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A7B06A52-EEB1-CC08-86B9-38BE1AB9F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600" y="1772816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3DDCEF9-ADB0-E010-1243-4989C88AE3D3}"/>
              </a:ext>
            </a:extLst>
          </p:cNvPr>
          <p:cNvGrpSpPr/>
          <p:nvPr/>
        </p:nvGrpSpPr>
        <p:grpSpPr>
          <a:xfrm>
            <a:off x="563230" y="1916832"/>
            <a:ext cx="3154963" cy="3154963"/>
            <a:chOff x="558079" y="-958223"/>
            <a:chExt cx="3154963" cy="3154963"/>
          </a:xfrm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A7B6B381-23FC-87A9-3563-3297AE71B0DE}"/>
                </a:ext>
              </a:extLst>
            </p:cNvPr>
            <p:cNvSpPr/>
            <p:nvPr/>
          </p:nvSpPr>
          <p:spPr>
            <a:xfrm>
              <a:off x="695400" y="1268760"/>
              <a:ext cx="720080" cy="720080"/>
            </a:xfrm>
            <a:prstGeom prst="ellipse">
              <a:avLst/>
            </a:prstGeom>
            <a:solidFill>
              <a:srgbClr val="FBE4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F87568EC-E6CE-DC71-7C9F-7D4AB7128591}"/>
                </a:ext>
              </a:extLst>
            </p:cNvPr>
            <p:cNvSpPr/>
            <p:nvPr/>
          </p:nvSpPr>
          <p:spPr>
            <a:xfrm>
              <a:off x="1775520" y="1268760"/>
              <a:ext cx="720080" cy="720080"/>
            </a:xfrm>
            <a:prstGeom prst="ellipse">
              <a:avLst/>
            </a:prstGeom>
            <a:solidFill>
              <a:srgbClr val="FCA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64F8BA16-EB37-68DC-3EF7-A46FC5369EBE}"/>
                </a:ext>
              </a:extLst>
            </p:cNvPr>
            <p:cNvSpPr/>
            <p:nvPr/>
          </p:nvSpPr>
          <p:spPr>
            <a:xfrm>
              <a:off x="2855640" y="1268760"/>
              <a:ext cx="720080" cy="720080"/>
            </a:xfrm>
            <a:prstGeom prst="ellipse">
              <a:avLst/>
            </a:prstGeom>
            <a:solidFill>
              <a:srgbClr val="E655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F1B177CA-C84B-D844-2C9B-6458B5B74E51}"/>
                </a:ext>
              </a:extLst>
            </p:cNvPr>
            <p:cNvCxnSpPr>
              <a:cxnSpLocks/>
            </p:cNvCxnSpPr>
            <p:nvPr/>
          </p:nvCxnSpPr>
          <p:spPr>
            <a:xfrm>
              <a:off x="1432100" y="1484784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FB2F4D41-5C7D-AE6B-4777-F71130F7654A}"/>
                </a:ext>
              </a:extLst>
            </p:cNvPr>
            <p:cNvCxnSpPr>
              <a:cxnSpLocks/>
            </p:cNvCxnSpPr>
            <p:nvPr/>
          </p:nvCxnSpPr>
          <p:spPr>
            <a:xfrm>
              <a:off x="2512220" y="1484784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627F4227-D43C-7676-A6FD-B76CAE6395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5480" y="1772816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19A450ED-0B49-F9A9-54C3-43520DB164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5600" y="1772816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Arc 103">
              <a:extLst>
                <a:ext uri="{FF2B5EF4-FFF2-40B4-BE49-F238E27FC236}">
                  <a16:creationId xmlns:a16="http://schemas.microsoft.com/office/drawing/2014/main" id="{FEEEF374-DC9A-BE26-E059-75D4438D489A}"/>
                </a:ext>
              </a:extLst>
            </p:cNvPr>
            <p:cNvSpPr/>
            <p:nvPr/>
          </p:nvSpPr>
          <p:spPr>
            <a:xfrm rot="18928753" flipH="1" flipV="1">
              <a:off x="558079" y="-958223"/>
              <a:ext cx="3154963" cy="3154963"/>
            </a:xfrm>
            <a:prstGeom prst="arc">
              <a:avLst>
                <a:gd name="adj1" fmla="val 17041549"/>
                <a:gd name="adj2" fmla="val 20776843"/>
              </a:avLst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A8B7B82-B0A9-D381-CDB7-D6D3A28D8745}"/>
              </a:ext>
            </a:extLst>
          </p:cNvPr>
          <p:cNvGrpSpPr/>
          <p:nvPr/>
        </p:nvGrpSpPr>
        <p:grpSpPr>
          <a:xfrm>
            <a:off x="4440587" y="3933056"/>
            <a:ext cx="3154963" cy="3154963"/>
            <a:chOff x="546233" y="1058001"/>
            <a:chExt cx="3154963" cy="3154963"/>
          </a:xfrm>
        </p:grpSpPr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68CFABA4-89A2-1019-143A-0322D0D299D2}"/>
                </a:ext>
              </a:extLst>
            </p:cNvPr>
            <p:cNvSpPr/>
            <p:nvPr/>
          </p:nvSpPr>
          <p:spPr>
            <a:xfrm>
              <a:off x="695400" y="1268760"/>
              <a:ext cx="720080" cy="720080"/>
            </a:xfrm>
            <a:prstGeom prst="ellipse">
              <a:avLst/>
            </a:prstGeom>
            <a:solidFill>
              <a:srgbClr val="FBE4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C12F206A-6AA6-8031-6905-FDD05DC675E4}"/>
                </a:ext>
              </a:extLst>
            </p:cNvPr>
            <p:cNvSpPr/>
            <p:nvPr/>
          </p:nvSpPr>
          <p:spPr>
            <a:xfrm>
              <a:off x="1775520" y="1268760"/>
              <a:ext cx="720080" cy="720080"/>
            </a:xfrm>
            <a:prstGeom prst="ellipse">
              <a:avLst/>
            </a:prstGeom>
            <a:solidFill>
              <a:srgbClr val="FCA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B5B0B4CA-CD4F-F6F8-6519-E795347FF8E8}"/>
                </a:ext>
              </a:extLst>
            </p:cNvPr>
            <p:cNvSpPr/>
            <p:nvPr/>
          </p:nvSpPr>
          <p:spPr>
            <a:xfrm>
              <a:off x="2855640" y="1268760"/>
              <a:ext cx="720080" cy="720080"/>
            </a:xfrm>
            <a:prstGeom prst="ellipse">
              <a:avLst/>
            </a:prstGeom>
            <a:solidFill>
              <a:srgbClr val="E655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02729AC7-CCFD-8F05-315C-7338BF4975C7}"/>
                </a:ext>
              </a:extLst>
            </p:cNvPr>
            <p:cNvCxnSpPr>
              <a:cxnSpLocks/>
            </p:cNvCxnSpPr>
            <p:nvPr/>
          </p:nvCxnSpPr>
          <p:spPr>
            <a:xfrm>
              <a:off x="1432100" y="1634065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3" name="Arc 112">
              <a:extLst>
                <a:ext uri="{FF2B5EF4-FFF2-40B4-BE49-F238E27FC236}">
                  <a16:creationId xmlns:a16="http://schemas.microsoft.com/office/drawing/2014/main" id="{AC4DE1E2-7934-962D-94FE-81C05D9A2CB7}"/>
                </a:ext>
              </a:extLst>
            </p:cNvPr>
            <p:cNvSpPr/>
            <p:nvPr/>
          </p:nvSpPr>
          <p:spPr>
            <a:xfrm rot="18928753">
              <a:off x="546233" y="1058001"/>
              <a:ext cx="3154963" cy="3154963"/>
            </a:xfrm>
            <a:prstGeom prst="arc">
              <a:avLst>
                <a:gd name="adj1" fmla="val 17041549"/>
                <a:gd name="adj2" fmla="val 20776843"/>
              </a:avLst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D007ADC-E5C3-B6E1-EF74-11BF83ACB8A1}"/>
              </a:ext>
            </a:extLst>
          </p:cNvPr>
          <p:cNvGrpSpPr/>
          <p:nvPr/>
        </p:nvGrpSpPr>
        <p:grpSpPr>
          <a:xfrm>
            <a:off x="8328248" y="1916832"/>
            <a:ext cx="3166809" cy="5171187"/>
            <a:chOff x="546233" y="-958223"/>
            <a:chExt cx="3166809" cy="5171187"/>
          </a:xfrm>
        </p:grpSpPr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DBF51847-6C4F-4CD2-0D56-1F00FA179591}"/>
                </a:ext>
              </a:extLst>
            </p:cNvPr>
            <p:cNvSpPr/>
            <p:nvPr/>
          </p:nvSpPr>
          <p:spPr>
            <a:xfrm>
              <a:off x="695400" y="1268760"/>
              <a:ext cx="720080" cy="720080"/>
            </a:xfrm>
            <a:prstGeom prst="ellipse">
              <a:avLst/>
            </a:prstGeom>
            <a:solidFill>
              <a:srgbClr val="FBE4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DD989324-DA39-8E6B-81E4-B390660F540B}"/>
                </a:ext>
              </a:extLst>
            </p:cNvPr>
            <p:cNvSpPr/>
            <p:nvPr/>
          </p:nvSpPr>
          <p:spPr>
            <a:xfrm>
              <a:off x="1775520" y="1268760"/>
              <a:ext cx="720080" cy="720080"/>
            </a:xfrm>
            <a:prstGeom prst="ellipse">
              <a:avLst/>
            </a:prstGeom>
            <a:solidFill>
              <a:srgbClr val="FCAD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55A78567-F276-A8FC-8124-0008018D3B37}"/>
                </a:ext>
              </a:extLst>
            </p:cNvPr>
            <p:cNvSpPr/>
            <p:nvPr/>
          </p:nvSpPr>
          <p:spPr>
            <a:xfrm>
              <a:off x="2855640" y="1268760"/>
              <a:ext cx="720080" cy="720080"/>
            </a:xfrm>
            <a:prstGeom prst="ellipse">
              <a:avLst/>
            </a:prstGeom>
            <a:solidFill>
              <a:srgbClr val="E6550E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50" dirty="0">
                <a:latin typeface="Helvetica" pitchFamily="2" charset="0"/>
              </a:endParaRPr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9BFE702E-61CF-FC17-0D22-ADA97846BBE6}"/>
                </a:ext>
              </a:extLst>
            </p:cNvPr>
            <p:cNvCxnSpPr>
              <a:cxnSpLocks/>
            </p:cNvCxnSpPr>
            <p:nvPr/>
          </p:nvCxnSpPr>
          <p:spPr>
            <a:xfrm>
              <a:off x="1432100" y="1484784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AD3BFCF8-408C-BD12-DD7B-C00AAECD8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15480" y="1772816"/>
              <a:ext cx="343420" cy="0"/>
            </a:xfrm>
            <a:prstGeom prst="straightConnector1">
              <a:avLst/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3" name="Arc 122">
              <a:extLst>
                <a:ext uri="{FF2B5EF4-FFF2-40B4-BE49-F238E27FC236}">
                  <a16:creationId xmlns:a16="http://schemas.microsoft.com/office/drawing/2014/main" id="{095AF2C9-51C7-12D1-8BBE-EA77AD84C585}"/>
                </a:ext>
              </a:extLst>
            </p:cNvPr>
            <p:cNvSpPr/>
            <p:nvPr/>
          </p:nvSpPr>
          <p:spPr>
            <a:xfrm rot="18928753">
              <a:off x="546233" y="1058001"/>
              <a:ext cx="3154963" cy="3154963"/>
            </a:xfrm>
            <a:prstGeom prst="arc">
              <a:avLst>
                <a:gd name="adj1" fmla="val 17041549"/>
                <a:gd name="adj2" fmla="val 20776843"/>
              </a:avLst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Arc 123">
              <a:extLst>
                <a:ext uri="{FF2B5EF4-FFF2-40B4-BE49-F238E27FC236}">
                  <a16:creationId xmlns:a16="http://schemas.microsoft.com/office/drawing/2014/main" id="{0E668D11-7D4D-DB10-EC91-BEDE70BFA7DE}"/>
                </a:ext>
              </a:extLst>
            </p:cNvPr>
            <p:cNvSpPr/>
            <p:nvPr/>
          </p:nvSpPr>
          <p:spPr>
            <a:xfrm rot="18928753" flipH="1" flipV="1">
              <a:off x="558079" y="-958223"/>
              <a:ext cx="3154963" cy="3154963"/>
            </a:xfrm>
            <a:prstGeom prst="arc">
              <a:avLst>
                <a:gd name="adj1" fmla="val 17041549"/>
                <a:gd name="adj2" fmla="val 20776843"/>
              </a:avLst>
            </a:prstGeom>
            <a:ln w="57150">
              <a:headEnd type="none" w="med" len="med"/>
              <a:tailEnd type="stealth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610C56C4-7436-A41B-233E-C621D397CF0D}"/>
              </a:ext>
            </a:extLst>
          </p:cNvPr>
          <p:cNvSpPr txBox="1"/>
          <p:nvPr/>
        </p:nvSpPr>
        <p:spPr>
          <a:xfrm>
            <a:off x="1800684" y="548680"/>
            <a:ext cx="6399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" pitchFamily="2" charset="0"/>
              </a:rPr>
              <a:t>Full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6922441-2406-2B11-594F-A975E12541C6}"/>
              </a:ext>
            </a:extLst>
          </p:cNvPr>
          <p:cNvSpPr txBox="1"/>
          <p:nvPr/>
        </p:nvSpPr>
        <p:spPr>
          <a:xfrm>
            <a:off x="5264810" y="548680"/>
            <a:ext cx="15183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" pitchFamily="2" charset="0"/>
              </a:rPr>
              <a:t>Rectilinear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4E89C70-0BA0-178E-65FA-07D8607C0FB4}"/>
              </a:ext>
            </a:extLst>
          </p:cNvPr>
          <p:cNvSpPr txBox="1"/>
          <p:nvPr/>
        </p:nvSpPr>
        <p:spPr>
          <a:xfrm>
            <a:off x="9209967" y="548680"/>
            <a:ext cx="12987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" pitchFamily="2" charset="0"/>
              </a:rPr>
              <a:t>Unilinear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E24226E-C916-FA2B-A760-98120D3714C2}"/>
              </a:ext>
            </a:extLst>
          </p:cNvPr>
          <p:cNvSpPr txBox="1"/>
          <p:nvPr/>
        </p:nvSpPr>
        <p:spPr>
          <a:xfrm>
            <a:off x="849091" y="3091607"/>
            <a:ext cx="23663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" pitchFamily="2" charset="0"/>
              </a:rPr>
              <a:t>Relaxed unilinear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C7D40AB-4A9A-952F-7749-BA64CD8993D3}"/>
              </a:ext>
            </a:extLst>
          </p:cNvPr>
          <p:cNvSpPr txBox="1"/>
          <p:nvPr/>
        </p:nvSpPr>
        <p:spPr>
          <a:xfrm>
            <a:off x="4534642" y="3091607"/>
            <a:ext cx="29787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Helvetica" pitchFamily="2" charset="0"/>
              </a:rPr>
              <a:t>Alternative trajectories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417A167-260C-934C-49E1-CE0A94802303}"/>
              </a:ext>
            </a:extLst>
          </p:cNvPr>
          <p:cNvSpPr txBox="1"/>
          <p:nvPr/>
        </p:nvSpPr>
        <p:spPr>
          <a:xfrm>
            <a:off x="8239769" y="3091607"/>
            <a:ext cx="33414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Helvetica" pitchFamily="2" charset="0"/>
              </a:rPr>
              <a:t>Alternative trajectories (reversible)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B913642-54D4-2251-9E3F-AFB151720F55}"/>
              </a:ext>
            </a:extLst>
          </p:cNvPr>
          <p:cNvSpPr/>
          <p:nvPr/>
        </p:nvSpPr>
        <p:spPr>
          <a:xfrm>
            <a:off x="2320751" y="6058421"/>
            <a:ext cx="360000" cy="360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83A8434-A821-EC5E-007C-50E80508403B}"/>
              </a:ext>
            </a:extLst>
          </p:cNvPr>
          <p:cNvSpPr txBox="1"/>
          <p:nvPr/>
        </p:nvSpPr>
        <p:spPr>
          <a:xfrm>
            <a:off x="2680751" y="6073867"/>
            <a:ext cx="2281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Absence of distinctions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0F0D21B9-686F-34B6-2130-02CD6A8808F7}"/>
              </a:ext>
            </a:extLst>
          </p:cNvPr>
          <p:cNvSpPr/>
          <p:nvPr/>
        </p:nvSpPr>
        <p:spPr>
          <a:xfrm>
            <a:off x="5264759" y="6058421"/>
            <a:ext cx="360000" cy="360000"/>
          </a:xfrm>
          <a:prstGeom prst="rect">
            <a:avLst/>
          </a:prstGeom>
          <a:solidFill>
            <a:srgbClr val="FCAD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4262DFC-201F-D48D-E22B-7AFA401DE417}"/>
              </a:ext>
            </a:extLst>
          </p:cNvPr>
          <p:cNvSpPr txBox="1"/>
          <p:nvPr/>
        </p:nvSpPr>
        <p:spPr>
          <a:xfrm>
            <a:off x="5624759" y="6073867"/>
            <a:ext cx="1889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Wealth distinctions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2E0C6B-7667-7744-013E-083CAFB0A3C4}"/>
              </a:ext>
            </a:extLst>
          </p:cNvPr>
          <p:cNvSpPr/>
          <p:nvPr/>
        </p:nvSpPr>
        <p:spPr>
          <a:xfrm>
            <a:off x="8011845" y="6058421"/>
            <a:ext cx="360000" cy="360000"/>
          </a:xfrm>
          <a:prstGeom prst="rect">
            <a:avLst/>
          </a:prstGeom>
          <a:solidFill>
            <a:srgbClr val="E655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B0C6E5D-BC9A-BBCA-96D7-6A3A348FDBF7}"/>
              </a:ext>
            </a:extLst>
          </p:cNvPr>
          <p:cNvSpPr txBox="1"/>
          <p:nvPr/>
        </p:nvSpPr>
        <p:spPr>
          <a:xfrm>
            <a:off x="8371845" y="6073867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" pitchFamily="2" charset="0"/>
              </a:rPr>
              <a:t>Stratification</a:t>
            </a:r>
          </a:p>
        </p:txBody>
      </p:sp>
    </p:spTree>
    <p:extLst>
      <p:ext uri="{BB962C8B-B14F-4D97-AF65-F5344CB8AC3E}">
        <p14:creationId xmlns:p14="http://schemas.microsoft.com/office/powerpoint/2010/main" val="307360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18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Claessens</dc:creator>
  <cp:lastModifiedBy>Scott Claessens</cp:lastModifiedBy>
  <cp:revision>1</cp:revision>
  <dcterms:created xsi:type="dcterms:W3CDTF">2026-06-02T08:57:20Z</dcterms:created>
  <dcterms:modified xsi:type="dcterms:W3CDTF">2026-06-02T09:37:58Z</dcterms:modified>
</cp:coreProperties>
</file>