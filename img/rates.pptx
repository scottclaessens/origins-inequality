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9995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/>
    <p:restoredTop sz="94630"/>
  </p:normalViewPr>
  <p:slideViewPr>
    <p:cSldViewPr showGuides="1">
      <p:cViewPr varScale="1">
        <p:scale>
          <a:sx n="170" d="100"/>
          <a:sy n="170" d="100"/>
        </p:scale>
        <p:origin x="184" y="592"/>
      </p:cViewPr>
      <p:guideLst>
        <p:guide orient="horz" pos="1134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89241"/>
            <a:ext cx="67496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891070"/>
            <a:ext cx="67496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97613"/>
            <a:ext cx="776210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409468"/>
            <a:ext cx="776210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958453"/>
            <a:ext cx="3824804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91691"/>
            <a:ext cx="7762102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882610"/>
            <a:ext cx="380722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315164"/>
            <a:ext cx="380722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882610"/>
            <a:ext cx="38259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315164"/>
            <a:ext cx="3825976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18398"/>
            <a:ext cx="45560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3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18398"/>
            <a:ext cx="45560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91691"/>
            <a:ext cx="1940525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91691"/>
            <a:ext cx="5709082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91691"/>
            <a:ext cx="776210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958453"/>
            <a:ext cx="776210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337084"/>
            <a:ext cx="303734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8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D3DDCEF9-ADB0-E010-1243-4989C88AE3D3}"/>
              </a:ext>
            </a:extLst>
          </p:cNvPr>
          <p:cNvGrpSpPr/>
          <p:nvPr/>
        </p:nvGrpSpPr>
        <p:grpSpPr>
          <a:xfrm>
            <a:off x="579586" y="-4824511"/>
            <a:ext cx="7808615" cy="7808615"/>
            <a:chOff x="558079" y="-958223"/>
            <a:chExt cx="3154963" cy="3154963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7B6B381-23FC-87A9-3563-3297AE71B0DE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5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87568EC-E6CE-DC71-7C9F-7D4AB7128591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5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4F8BA16-EB37-68DC-3EF7-A46FC5369EBE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algn="ctr">
                <a:tabLst>
                  <a:tab pos="1063625" algn="l"/>
                </a:tabLst>
              </a:pPr>
              <a:endParaRPr lang="en-US" sz="15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1B177CA-C84B-D844-2C9B-6458B5B74E51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20574">
              <a:headEnd type="none" w="med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B2F4D41-5C7D-AE6B-4777-F71130F7654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77851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27F4227-D43C-7676-A6FD-B76CAE639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21717">
              <a:headEnd type="none" w="med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9A450ED-0B49-F9A9-54C3-43520DB16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27940">
              <a:headEnd type="none" w="med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FEEEF374-DC9A-BE26-E059-75D4438D489A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24765">
              <a:headEnd type="none" w="med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01553A-8401-FDD8-F49A-918EE602B00E}"/>
              </a:ext>
            </a:extLst>
          </p:cNvPr>
          <p:cNvSpPr txBox="1"/>
          <p:nvPr/>
        </p:nvSpPr>
        <p:spPr>
          <a:xfrm>
            <a:off x="2555553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0.16 [0.12 0.27]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64254-D22D-4E8E-8D19-2AD9E5F86704}"/>
              </a:ext>
            </a:extLst>
          </p:cNvPr>
          <p:cNvSpPr txBox="1"/>
          <p:nvPr/>
        </p:nvSpPr>
        <p:spPr>
          <a:xfrm>
            <a:off x="5219849" y="8641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0.61 [0.37 1.22]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947EC-6B91-CDA3-32D2-94FF5FB8779D}"/>
              </a:ext>
            </a:extLst>
          </p:cNvPr>
          <p:cNvSpPr txBox="1"/>
          <p:nvPr/>
        </p:nvSpPr>
        <p:spPr>
          <a:xfrm>
            <a:off x="2550566" y="2027282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0.17 [0.01 0.57]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98713-9B85-97D8-6924-3ED41D372E8B}"/>
              </a:ext>
            </a:extLst>
          </p:cNvPr>
          <p:cNvSpPr txBox="1"/>
          <p:nvPr/>
        </p:nvSpPr>
        <p:spPr>
          <a:xfrm>
            <a:off x="5219849" y="2027282"/>
            <a:ext cx="12409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0.22 [0.11 0.51]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543C-EDAA-4680-E2B4-E51A03091717}"/>
              </a:ext>
            </a:extLst>
          </p:cNvPr>
          <p:cNvSpPr txBox="1"/>
          <p:nvPr/>
        </p:nvSpPr>
        <p:spPr>
          <a:xfrm>
            <a:off x="3873636" y="2664321"/>
            <a:ext cx="1252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0.20 [0.10 0.29]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A5D51-4C5C-057A-112A-7A7D5880F8B3}"/>
              </a:ext>
            </a:extLst>
          </p:cNvPr>
          <p:cNvSpPr txBox="1"/>
          <p:nvPr/>
        </p:nvSpPr>
        <p:spPr>
          <a:xfrm>
            <a:off x="1016373" y="1236355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60A5C-E5DC-91F7-C9B7-A8C74C5C640D}"/>
              </a:ext>
            </a:extLst>
          </p:cNvPr>
          <p:cNvSpPr txBox="1"/>
          <p:nvPr/>
        </p:nvSpPr>
        <p:spPr>
          <a:xfrm>
            <a:off x="3694969" y="1234666"/>
            <a:ext cx="1611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92B40-2018-A321-176E-1D2229D7BDFD}"/>
              </a:ext>
            </a:extLst>
          </p:cNvPr>
          <p:cNvSpPr txBox="1"/>
          <p:nvPr/>
        </p:nvSpPr>
        <p:spPr>
          <a:xfrm>
            <a:off x="6351623" y="1373765"/>
            <a:ext cx="161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Stratification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31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3</cp:revision>
  <dcterms:created xsi:type="dcterms:W3CDTF">2026-06-02T08:57:20Z</dcterms:created>
  <dcterms:modified xsi:type="dcterms:W3CDTF">2026-06-03T15:58:44Z</dcterms:modified>
</cp:coreProperties>
</file>